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4113"/>
            <a:ext cx="3039516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94236"/>
            <a:ext cx="11029950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89511"/>
            <a:ext cx="3549550" cy="714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075" y="4189511"/>
            <a:ext cx="3549699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1275" y="4189511"/>
            <a:ext cx="3549550" cy="714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449413"/>
            <a:ext cx="11581447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  <a:latin typeface="Space Grotesk"/>
              </a:rPr>
              <a:t>PacketRadar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188493"/>
            <a:ext cx="809625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Live Network Traffic Monitoring &amp; PCAP Analysis Dashboard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049363"/>
            <a:ext cx="140047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050" y="4351436"/>
            <a:ext cx="314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 SemiBold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541936"/>
            <a:ext cx="3149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b="0" i="0" u="none" dirty="0">
                <a:solidFill>
                  <a:srgbClr val="F1F5F9"/>
                </a:solidFill>
                <a:latin typeface="Plus Jakarta Sans SemiBold"/>
              </a:rPr>
              <a:t>SAG, </a:t>
            </a:r>
            <a:r>
              <a:rPr sz="1200" b="0" i="0" u="none" dirty="0">
                <a:solidFill>
                  <a:srgbClr val="F1F5F9"/>
                </a:solidFill>
                <a:latin typeface="Plus Jakarta Sans SemiBold"/>
              </a:rPr>
              <a:t>DRDO (Delhi)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100" y="4351436"/>
            <a:ext cx="31496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 SemiBold"/>
              </a:rPr>
              <a:t>SUBMITTED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4541936"/>
            <a:ext cx="31496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1F5F9"/>
                </a:solidFill>
                <a:latin typeface="Plus Jakarta Sans SemiBold"/>
              </a:rPr>
              <a:t>Yatin Parashar</a:t>
            </a:r>
            <a:r>
              <a:rPr lang="en-IN" sz="1200" b="0" i="0" u="none" dirty="0">
                <a:solidFill>
                  <a:srgbClr val="F1F5F9"/>
                </a:solidFill>
                <a:latin typeface="Plus Jakarta Sans SemiBold"/>
              </a:rPr>
              <a:t>(CS-23411426)</a:t>
            </a:r>
            <a:endParaRPr sz="1200" b="0" i="0" u="none" dirty="0">
              <a:solidFill>
                <a:srgbClr val="F1F5F9"/>
              </a:solidFill>
              <a:latin typeface="Plus Jakarta Sans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61300" y="4351436"/>
            <a:ext cx="314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 SemiBold"/>
              </a:rPr>
              <a:t>PROGRAM &amp;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1300" y="4541936"/>
            <a:ext cx="3149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Plus Jakarta Sans SemiBold"/>
              </a:rPr>
              <a:t>B.Tech CSE | IILM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65201"/>
            <a:ext cx="5372100" cy="2365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65201"/>
            <a:ext cx="5372100" cy="2365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3289101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Defence Research &amp; Development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651051"/>
            <a:ext cx="48196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DRDO is India's premier agency for defense technology research and development under the Ministry of Defence, powering national security through advanced indigenous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3289101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650" b="1" i="0" u="none" dirty="0">
                <a:solidFill>
                  <a:srgbClr val="38BDF8"/>
                </a:solidFill>
                <a:latin typeface="Space Grotesk"/>
              </a:rPr>
              <a:t>Scientific Analysis Group (SAG)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651051"/>
            <a:ext cx="48196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 b="0" i="0" u="none" dirty="0">
                <a:solidFill>
                  <a:srgbClr val="94A3B8"/>
                </a:solidFill>
                <a:latin typeface="Plus Jakarta Sans"/>
              </a:rPr>
              <a:t>Located in Metcalfe House, Delhi, SAG specializes in cutting-edge research in cryptography, cyber security, information security, and secure communication systems for critical defense networks.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89051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889051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Organization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0619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06190"/>
            <a:ext cx="56407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Fragmented Network Monitoring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2268140"/>
            <a:ext cx="5372100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1025" y="3208139"/>
            <a:ext cx="5372100" cy="1038522"/>
          </a:xfrm>
          <a:prstGeom prst="roundRect">
            <a:avLst>
              <a:gd name="adj" fmla="val 7337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1025" y="4399061"/>
            <a:ext cx="5372100" cy="1038522"/>
          </a:xfrm>
          <a:prstGeom prst="roundRect">
            <a:avLst>
              <a:gd name="adj" fmla="val 7337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15715"/>
            <a:ext cx="5353050" cy="36004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1025" y="3046214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7750" y="2411015"/>
            <a:ext cx="47244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Tool Switching Overhead: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Security analysis typically requires switching between Wireshark, tcpdump, and custom scripts.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237136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5375" y="3351014"/>
            <a:ext cx="46767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Lack of Unified Real-Time Views: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Command-line log outputs make it challenging to spot live traffic anomalies and host behaviors intuitively.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5428059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5375" y="4541936"/>
            <a:ext cx="467677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Need for Automated Heuristics: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Manual inspection of raw packet headers slows down basic threat detection like port scans or spoofing.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34828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374826"/>
            <a:ext cx="2190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565749"/>
            <a:ext cx="219075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Problem Statement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0800"/>
            <a:ext cx="2614612" cy="2314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590800"/>
            <a:ext cx="2614612" cy="2314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590800"/>
            <a:ext cx="2614612" cy="2314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590800"/>
            <a:ext cx="2614612" cy="2314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2892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438525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Live Traffic 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81425"/>
            <a:ext cx="2138362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Capture host network packets in real time and stream summarized statistics to a web UI via WebSockets.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4262" y="2828925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262" y="3438525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Offline PCAP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4262" y="3781425"/>
            <a:ext cx="2138362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Enable offline PCAP/PCAPNG file upload for deep inspection without requiring active network sniffing.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82892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438525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Automated Threat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781425"/>
            <a:ext cx="2138362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Implement rule-based engines to flag Port Scans, ARP Spoofing, DNS Tunneling, SYN Floods, and Exfiltration.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4487" y="2828925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4487" y="3438525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Executive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4487" y="3781425"/>
            <a:ext cx="2138362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Auto-generate downloadable PDF analysis reports containing charts, tables, and security recommendations.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162" y="2943225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7137" y="2943225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2943225"/>
            <a:ext cx="2857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8787" y="2943225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Core Project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0071"/>
            <a:ext cx="2614612" cy="25360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480071"/>
            <a:ext cx="2614612" cy="25360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80071"/>
            <a:ext cx="2614612" cy="25360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362" y="2480071"/>
            <a:ext cx="2614612" cy="25360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1819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327796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1. Capture &amp;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670696"/>
            <a:ext cx="2138362" cy="1107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Scapy background sniffer converts Ethernet, ARP, IP, TCP, UDP, ICMP, and DNS frames into a standardized </a:t>
            </a:r>
            <a:r>
              <a:rPr sz="1125" b="1" i="0" u="none">
                <a:solidFill>
                  <a:srgbClr val="94A3B8"/>
                </a:solidFill>
                <a:latin typeface="Plus Jakarta Sans"/>
              </a:rPr>
              <a:t>PacketModel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2" y="2718196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262" y="3327796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2. Analytics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4262" y="3670696"/>
            <a:ext cx="2138362" cy="1107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Computes protocol distribution, top talkers, host conversations, timeline statistics, and runs 6 threat detection rules.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718196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327796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3. API &amp; WebSockets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670696"/>
            <a:ext cx="2138362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FastAPI handles REST queries and low-latency WebSocket live data streams to deliver immediate UI feedback.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4487" y="2718196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4487" y="3327796"/>
            <a:ext cx="2245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4. Frontend &amp;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4487" y="3670696"/>
            <a:ext cx="2138362" cy="1107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React dashboard renders Chart.js widgets, while ReportLab and Matplotlib assemble downloadable multi-page PDF reports.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832496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8562" y="2832496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962" y="2832496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4500" y="2832496"/>
            <a:ext cx="25717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2839"/>
            <a:ext cx="11029950" cy="301034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2252364"/>
          <a:ext cx="11010899" cy="299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3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54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Technologies / Frameworks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Key Role &amp;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54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React 18, TypeScript, Vite, Tailwind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High-performance, responsive UI components and state management.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54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Visualization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Chart.js, react-chartjs-2, Lucide Icons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Interactive real-time pie, bar, and timeline traffic charts.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54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Backend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Python, FastAPI, Uvicorn, Pydantic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Asynchronous REST endpoints, data validation, and WebSockets.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54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Packet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Scapy, psutil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Live packet capture, PCAP file parsing, process mapping.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55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ReportLab, Matplotlib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Automated PDF document generation with embedded charts.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760017"/>
            <a:ext cx="15713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61877" y="2760017"/>
            <a:ext cx="34462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8141" y="2760017"/>
            <a:ext cx="59933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3257698"/>
            <a:ext cx="15713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61877" y="3257698"/>
            <a:ext cx="34462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8141" y="3257698"/>
            <a:ext cx="59933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755380"/>
            <a:ext cx="15713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61877" y="3755380"/>
            <a:ext cx="34462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08141" y="3755380"/>
            <a:ext cx="59933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4253061"/>
            <a:ext cx="15713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61877" y="4253061"/>
            <a:ext cx="34462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08141" y="4253061"/>
            <a:ext cx="59933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750742"/>
            <a:ext cx="15713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61877" y="4750742"/>
            <a:ext cx="34462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08141" y="4750742"/>
            <a:ext cx="599330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Technology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Behavioral Threat Engine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991915"/>
            <a:ext cx="53244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PacketRadar incorporates 6 independent heuristic rules to flag suspicious traffic patterns in real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2684264"/>
            <a:ext cx="5324475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1025" y="3624262"/>
            <a:ext cx="5324475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1025" y="4564260"/>
            <a:ext cx="5324475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462337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" y="2827139"/>
            <a:ext cx="48482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Port Scan &amp; SYN Flood: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Flags rapid connection probes &amp; incomplete TCP handshakes.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402335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800" y="3767137"/>
            <a:ext cx="46577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ARP Spoofing: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Detects duplicate IP-to-MAC mappings and cache poisoning.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5342334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8700" y="4707135"/>
            <a:ext cx="46958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DNS Tunneling &amp; Exfiltration: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Flags high-entropy domain queries and abnormal payloads.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90950"/>
            <a:ext cx="1905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73094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33675"/>
            <a:ext cx="4259460" cy="2028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3124200"/>
            <a:ext cx="366891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38BDF8"/>
                </a:solidFill>
                <a:latin typeface="Space Grotesk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133850"/>
            <a:ext cx="366891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Integrated Threat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1485" y="2338089"/>
            <a:ext cx="6389489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1485" y="3278088"/>
            <a:ext cx="6389489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21485" y="4218086"/>
            <a:ext cx="6389489" cy="787598"/>
          </a:xfrm>
          <a:prstGeom prst="roundRect">
            <a:avLst>
              <a:gd name="adj" fmla="val 9674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21485" y="3116163"/>
            <a:ext cx="63894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88210" y="2480964"/>
            <a:ext cx="574178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Dual-Mode Monitoring: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Seamless toggling between live interface streaming and offline PCAP uploads.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1485" y="4056161"/>
            <a:ext cx="63894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88210" y="3420963"/>
            <a:ext cx="574178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Automated PDF Reporting: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One-click generation of executive security reports complete with visual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1485" y="4996160"/>
            <a:ext cx="63894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88210" y="4360961"/>
            <a:ext cx="5741789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Production Deployment: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Backend deployed on Railway, confirming robust end-to-end cloud pipeline validation.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460" y="2504777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460" y="344477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460" y="4384774"/>
            <a:ext cx="17145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Key Outcomes &amp;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953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02" y="1756023"/>
            <a:ext cx="1461194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475" y="3988593"/>
            <a:ext cx="3829050" cy="1113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4708" y="2251323"/>
            <a:ext cx="3222434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3112293"/>
            <a:ext cx="66675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Successfully developed and delivered PacketRadar as part of the industrial training requirement at SAG, DRDO.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327" y="1851273"/>
            <a:ext cx="120997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0" y="4283868"/>
            <a:ext cx="2857500" cy="26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4616201"/>
            <a:ext cx="2857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"/>
              </a:rPr>
              <a:t>Yatin Parashar | B.Tech CSE | CS-23411426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587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Yatin parashar</cp:lastModifiedBy>
  <cp:revision>2</cp:revision>
  <dcterms:created xsi:type="dcterms:W3CDTF">2013-01-27T09:14:16Z</dcterms:created>
  <dcterms:modified xsi:type="dcterms:W3CDTF">2026-09-10T17:26:53Z</dcterms:modified>
  <cp:category/>
</cp:coreProperties>
</file>